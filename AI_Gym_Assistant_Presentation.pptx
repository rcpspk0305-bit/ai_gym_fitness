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72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Gym &amp;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Assistant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AI Ecosystem  ·  React + FastAPI  ·  5 AI Modules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2 CSE Final Project  ·  Unlox Academy  ·  April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48056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480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36192" y="448056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36192" y="4480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15184" y="448056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15184" y="4480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94176" y="448056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94176" y="4480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73168" y="448056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4480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52160" y="448056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4480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31152" y="448056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4480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NLP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10144" y="448056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10144" y="4480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AI Gym &amp; Fitness Assistant?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all-in-one AI-powered fitness platform that acts as a smart personal trainer, dietician, motivational companion, and data-driven fitness manager — built from scratch in under 2 weeks.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192024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3218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2743200"/>
            <a:ext cx="192024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60320" y="3218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192024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" y="4224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3749040"/>
            <a:ext cx="192024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560320" y="4224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1188720"/>
            <a:ext cx="54864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1188720"/>
            <a:ext cx="384048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12161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140817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06640" y="1298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37760" y="1801368"/>
            <a:ext cx="54864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1801368"/>
            <a:ext cx="384048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18288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202082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06640" y="1911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37760" y="2414016"/>
            <a:ext cx="54864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0" y="2414016"/>
            <a:ext cx="384048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24414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SQLAlchemy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26334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06640" y="25237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SQLAlchemy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937760" y="3026664"/>
            <a:ext cx="54864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0" y="3026664"/>
            <a:ext cx="384048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30540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66360" y="32461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(RAG)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06640" y="3136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37760" y="3639312"/>
            <a:ext cx="54864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3639312"/>
            <a:ext cx="384048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36667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66360" y="385876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406640" y="3749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37760" y="4251960"/>
            <a:ext cx="54864" cy="4114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0" y="4251960"/>
            <a:ext cx="384048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66360" y="42793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66360" y="44714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406640" y="4361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AI Gym Trainer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pose detection, rep counting and form feedback using MediaPipe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30352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MediaPipe?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open-source ML framework for real-time body landmark detection. It identifies 33 key points on the human body (joints, face, hands) from a webcam feed — all running in the browser without a GPU.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530352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60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Angle Calculation Works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986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arctangent formula: angle = arctan2(c.y−b.y, c.x−b.x) − arctan2(a.y−b.y, a.x−b.x) where a=shoulder, b=elbow, c=wrist. When angle &lt; 35° → curl up. When angle &gt; 160° → extend down → rep counted.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188720"/>
            <a:ext cx="28346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261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Curl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80760" y="1554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 11, 13, 15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2103120"/>
            <a:ext cx="28346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176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Curl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80760" y="2468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 12, 14, 16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3017520"/>
            <a:ext cx="28346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3090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80760" y="3383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→ Knee → Ankle angle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3931920"/>
            <a:ext cx="28346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4005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Check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80760" y="4297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real-time body checks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03320"/>
            <a:ext cx="8412480" cy="777240"/>
          </a:xfrm>
          <a:prstGeom prst="rect">
            <a:avLst/>
          </a:prstGeom>
          <a:solidFill>
            <a:srgbClr val="1E3A2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794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Score (0–100):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0416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shoulder level, head position, spine alignment, head drop — scored live every frame. Shown as a badge overlay on the camera canvas.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AI Dietician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 + ChromaDB + Google Gemini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RAG (Retrieval-Augmented Generation)?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relying solely on the LLM's training data, RAG retrieves relevant documents from a local knowledge base (ChromaDB) and injects them into the prompt. This grounds the AI response in specific, trusted information — like having a textbook open while answering a question.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22576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35000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inputs BMI, goal, diet type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4924" y="2670048"/>
            <a:ext cx="0" cy="24688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91693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94436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finds top 4 relevant nutrition docs via vector similarity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4924" y="3264408"/>
            <a:ext cx="0" cy="24688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511296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53872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context + user profile injected into Gemini prompt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4924" y="3858768"/>
            <a:ext cx="0" cy="24688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105656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105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13308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generates personalised meal plan, macros, grocery list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6360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— Vector Database: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828032"/>
            <a:ext cx="8046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into numerical vectors (embeddings). Finds semantically similar documents — not keyword matching. Stores 15 nutrition facts + 20 motivational quotes.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Habit Tracker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 — RandomForest predicts if you will skip the gym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12064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Random Forest Classifier?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ML algorithm that builds 150 decision trees, each trained on a random subset of your logged data. Each tree votes 'will skip' or 'will go'. The majority vote becomes the final prediction.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entries you log → the more accurate it becomes.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154680"/>
            <a:ext cx="512064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461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Features Used for Prediction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  —  Mon–Sun (0–6)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80390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hour  —  What time you plan to go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04164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score  —  1–5 scale logged daily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27939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level  —  1–5 scale logged daily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1097280"/>
            <a:ext cx="3017520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11521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Entry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97880" y="1417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+ stress + hour + came?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9480" y="1682496"/>
            <a:ext cx="0" cy="17373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1856232"/>
            <a:ext cx="3017520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1911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CSV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97880" y="2176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habit_logs table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69480" y="2441448"/>
            <a:ext cx="0" cy="17373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60720" y="2615184"/>
            <a:ext cx="3017520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2670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97880" y="29352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on all past data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69480" y="3200400"/>
            <a:ext cx="0" cy="17373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0" y="3374136"/>
            <a:ext cx="3017520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97880" y="36941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probability 0–100%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69480" y="3959352"/>
            <a:ext cx="0" cy="17373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0" y="4133088"/>
            <a:ext cx="3017520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4187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97880" y="44531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motivational message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Virtual Gym Buddy (FitBot)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+ TextBlob sentiment analysis + RAG + Gemini motivational chat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Sentiment 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Valence Aware Dictionary and sEntiment Reasoner — a rule-based NLP model trained on social media text. Returns a compound score from −1.0 (most negative) to +1.0 (most positive). Score &gt; 0.05 = positive, &lt; −0.05 = negative.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41148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974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 Subjectivity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subjective vs objective a message is (0.0 = factual, 1.0 = personal opinion). Used alongside VADER compound score for richer emotional context.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749040"/>
            <a:ext cx="4114800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40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Struggle Types Detected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1605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83664" y="4160520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83664" y="41605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18688" y="4160520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8688" y="41605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risk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4453128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4531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83664" y="4453128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83664" y="44531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mood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18688" y="4453128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18688" y="44531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745736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7457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pressure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1097280"/>
            <a:ext cx="40233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1097280"/>
            <a:ext cx="64008" cy="7772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1170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Negative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1481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Empathise first — 2 sentences max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057400"/>
            <a:ext cx="40233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057400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7760" y="24414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struggle + suggest action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3017520"/>
            <a:ext cx="40233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017520"/>
            <a:ext cx="64008" cy="7772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090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37760" y="3401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+ practical advice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3977640"/>
            <a:ext cx="40233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3977640"/>
            <a:ext cx="64008" cy="777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4050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37760" y="4361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energy — celebrate!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Gym Recommender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ML — the same technique Netflix &amp; Spotify use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0515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Cosine Similarity?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8046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similar two vectors are by calculating the angle between them. Your preferences (goal + level + equipment) are encoded as a vector. Each of 22 workouts is also a vector. The workouts with the smallest angle (most similar direction) are the best matches.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26517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377440"/>
            <a:ext cx="265176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14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70662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+ Level + Equipment + Days/week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18688" y="2377440"/>
            <a:ext cx="26517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18688" y="2377440"/>
            <a:ext cx="26517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2414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270662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converts categories to numbers → feature vector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71616" y="2377440"/>
            <a:ext cx="26517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71616" y="2377440"/>
            <a:ext cx="265176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71616" y="2414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63056" y="270662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cosine_similarity(user_vec, all_workouts_matrix)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26517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611880"/>
            <a:ext cx="265176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6484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94106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 workouts by similarity score selected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18688" y="3611880"/>
            <a:ext cx="26517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18688" y="3611880"/>
            <a:ext cx="265176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18688" y="36484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10128" y="394106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weekly schedule with rest days assigned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1830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22 workout templates across 5 goals (weight loss, muscle gain, endurance, flexibility, maintenance) and 3 levels (beginner, intermediate, advanced). Plans include duration, calories burned, muscles targeted.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 — SQLite + SQLAlchemy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tables — data from all modules stored and used to improve predictions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(ORM)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904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Object-Relational Mapper — lets you interact with the database using Python classes instead of raw SQL. Each Python class = one database table.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02336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40280"/>
            <a:ext cx="54864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2951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" y="253288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profiles + preferences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2240280"/>
            <a:ext cx="402336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2240280"/>
            <a:ext cx="54864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22951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workout_sessions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45736" y="253288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logged from Trainer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98648"/>
            <a:ext cx="402336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98648"/>
            <a:ext cx="54864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2953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habit_logs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" y="31912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Mood, stress, attendance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2898648"/>
            <a:ext cx="402336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2898648"/>
            <a:ext cx="54864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45736" y="2953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diet_logs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45736" y="31912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BMI, TDEE, calorie targets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557016"/>
            <a:ext cx="402336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557016"/>
            <a:ext cx="54864" cy="5303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chat_history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" y="384962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FitBot messages + VADER scores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3557016"/>
            <a:ext cx="402336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3557016"/>
            <a:ext cx="54864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45736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45736" y="384962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workout plans (JSON)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215384"/>
            <a:ext cx="402336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215384"/>
            <a:ext cx="54864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" y="42702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progress_photos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" y="45079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image URLs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1097280"/>
            <a:ext cx="420624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improves the app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54880" y="14904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ML retrains on every prediction using ALL habit_logs. FitBot reads your most frequent struggle from chat_history. Dietician detects repeat sessions and builds on prior plans.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explained — what it does and why it was chosen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2743200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124712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" y="133502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UI framework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3192" y="1536192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hot-reload dev server, component-based UI, handles camera canvas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73552" y="1097280"/>
            <a:ext cx="27432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3552" y="1097280"/>
            <a:ext cx="274320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6704" y="1124712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46704" y="133502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framework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46704" y="1536192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API docs at /docs, async support, fastest Python framework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27064" y="1097280"/>
            <a:ext cx="27432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27064" y="1097280"/>
            <a:ext cx="274320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1124712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0216" y="133502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CV library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00216" y="1536192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33-point pose detection in browser, no GPU needed, CDN-loaded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057400"/>
            <a:ext cx="27432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057400"/>
            <a:ext cx="274320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2084832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" y="229514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LLM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93192" y="2496312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tier, fast responses, supports system prompts for FitBot personality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73552" y="2057400"/>
            <a:ext cx="27432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73552" y="2057400"/>
            <a:ext cx="2743200" cy="2011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46704" y="2084832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46704" y="229514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46704" y="2496312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embeddings locally, semantic search for RAG, no cloud needed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27064" y="2057400"/>
            <a:ext cx="27432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27064" y="2057400"/>
            <a:ext cx="274320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0216" y="2084832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0216" y="229514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library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00216" y="2496312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classifier + cosine_similarity, industry standard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017520"/>
            <a:ext cx="27432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017520"/>
            <a:ext cx="2743200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" y="3044952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Sentiment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93192" y="325526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sentiment tool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93192" y="3456432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Rule-based, no training needed, works great on short casual messages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73552" y="3017520"/>
            <a:ext cx="27432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73552" y="3017520"/>
            <a:ext cx="274320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46704" y="3044952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46704" y="325526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library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346704" y="3456432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Subjectivity scoring complements VADER compound score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27064" y="3017520"/>
            <a:ext cx="27432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27064" y="3017520"/>
            <a:ext cx="2743200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0216" y="3044952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+ SQLite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00216" y="325526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+ database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00216" y="3456432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setup, file-based, persistent, works on any machine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0040" y="3977640"/>
            <a:ext cx="27432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" y="3977640"/>
            <a:ext cx="274320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3192" y="4005072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93192" y="421538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image storage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93192" y="4416552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25GB, direct browser upload, auto-URL generation for progress photos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73552" y="3977640"/>
            <a:ext cx="27432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73552" y="3977640"/>
            <a:ext cx="274320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46704" y="4005072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346704" y="421538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(JS)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346704" y="4416552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than fetch, automatic JSON parsing, easy error handling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227064" y="3977640"/>
            <a:ext cx="27432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27064" y="3977640"/>
            <a:ext cx="274320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0216" y="4005072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300216" y="421538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 loader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300216" y="4416552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API keys out of code, loads .env file automatically on startup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aggregated stats from all 5 modules — auto-refreshes every 30 seconds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60520" cy="102412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" cy="10241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98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Counters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count up from 0 on load using requestAnimationFrame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60520" cy="102412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188720"/>
            <a:ext cx="64008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298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Rings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6642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rings animate — attendance %, mood score, reps progress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4160520" cy="102412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423160"/>
            <a:ext cx="64008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32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Bar Chart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28986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14 days — purple = attended, grey = skipped, height = mood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423160"/>
            <a:ext cx="4160520" cy="102412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2423160"/>
            <a:ext cx="64008" cy="10241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532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Meter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28986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compound score visualised as sliding colour bar (green/red)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4160520" cy="102412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657600"/>
            <a:ext cx="64008" cy="10241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67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Feed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1330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from each module that has data — live updates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657600"/>
            <a:ext cx="4160520" cy="102412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3657600"/>
            <a:ext cx="64008" cy="10241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767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Navigation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83480" y="41330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links to all 5 module pages from the dashboard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7548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/dashboard  —  FastAPI aggregates all 7 SQLite tables into one JSON response. React fetches it on load and every 30 seconds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 —  MediaPipe 33-point pose detection — real-time in browser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709928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 —  ChromaDB + Gemini — nutrition knowledge base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304288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286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  —  RandomForest — skip prediction improves with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898648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Sentiment Pipeline  —  VADER + TextBlob — 7 emotional states detected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493008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474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 —  Cosine similarity — same technique as Netflix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4087368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App  —  React + FastAPI + SQLite + Cloudinary + ChromaDB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77940" y="982980"/>
            <a:ext cx="2423160" cy="3794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Charan Rajanala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9224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0" y="2651760"/>
            <a:ext cx="18288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Year Sem 2 CSE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3154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1487</Words>
  <Application>Microsoft Office PowerPoint</Application>
  <PresentationFormat>On-screen Show (16:9)</PresentationFormat>
  <Paragraphs>224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Gym &amp; Fitness Assistant — Project Presentation</dc:title>
  <dc:subject>PptxGenJS Presentation</dc:subject>
  <dc:creator>AI Gym Assistant</dc:creator>
  <cp:lastModifiedBy>Rajanala Charan</cp:lastModifiedBy>
  <cp:revision>2</cp:revision>
  <dcterms:created xsi:type="dcterms:W3CDTF">2026-04-13T00:51:19Z</dcterms:created>
  <dcterms:modified xsi:type="dcterms:W3CDTF">2026-04-13T01:23:54Z</dcterms:modified>
</cp:coreProperties>
</file>